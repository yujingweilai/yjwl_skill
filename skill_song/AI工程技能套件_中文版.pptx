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E8E8F4"/>
          </a:solidFill>
          <a:ln w="12700">
            <a:solidFill>
              <a:srgbClr val="E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工程技能套件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5943600" cy="457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功能介绍 与 使用指南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个核心技能  ·  功能一览  ·  实战 Demo 演示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875520" y="4389120"/>
            <a:ext cx="2286000" cy="22860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4846320"/>
            <a:ext cx="1371600" cy="1371600"/>
          </a:xfrm>
          <a:prstGeom prst="ellipse">
            <a:avLst/>
          </a:prstGeom>
          <a:solidFill>
            <a:srgbClr val="C5CAE9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0" y="6355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工程技能套件目录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涵盖从项目初始化、脑暴、需求定义、架构体检到代码实现的完整 AI 辅助开发闭环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212080" cy="1965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问问 Matt (ask-matt)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40487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编程大堂经理与导航员，负责项目全生命周期的规划与引导，教你保护 AI 智商的防傻秘籍。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12080" cy="1965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1737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45352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改善代码库架构 (improve-codebase-architecture)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45352" y="240487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代码库的高级主治医生，进行架构体检并生成极具表现力的 HTML 报告，将薄套娃代码改造成厚实高内聚模块。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5212080" cy="1965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9319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一键生成需求文档 (to-prd)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459943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秘书与速记员，将零散聊天记录一键合成专业标准 PRD 文档，内置测试边界检查，直通 Issue 任务系统。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3794760"/>
            <a:ext cx="5212080" cy="1965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39319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一键配置环境 (setup-skills)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45352" y="459943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专属环境配置员，引导式配置任务追踪器、分类标签和文档版图，一辈子只需跑一次，开箱即用。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01 · 问问 MATT (ASK-MATT)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问问 Matt: AI 编程导航员与大堂经理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329184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核心定位与痛点解决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你是否记不住繁杂的 AI 编程命令？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你是否经历过 AI 聊太长变卡变笨？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Matt 专门为你理清当下处境，指引最正确的下一步，实现精细化、分工明确的 AI 开发流程管理。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51790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2763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不用死记硬背指令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02996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遇到瓶颈时，直接用中文大白话问一句下一步该干嘛，AI 会智能路由最适合的命令，完全零记忆成本。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98094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09067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保护 AI 的智商（上下文卫生）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49300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长对话导致 AI 逻辑混乱时，内置 /handoff 导出核心状态并开启干净的新窗口，配合 /compact 脑内脱水，使 AI 永远处于最高效状态。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444398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55371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分工明确，质量更高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956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倡导聊透点子-&gt;撰写PRD-&gt;拆分任务-&gt;独立开发的严谨闭环，防止不写设计直接上手、代码越改越乱的尴尬局面。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01 · 问问 MATT (ASK-MATT)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日常开发场景与命令快捷对照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大白话中文需求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命令 / 技能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实战 Demo 步骤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我脑子里有个新项目的idea，还没建库，帮我盘盘它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/grill-me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化身投资人连续提问盘活逻辑，帮你把点子理顺并记录脑暴共识。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帮我梳理这个代码库中的新功能想法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/grill-with-docs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读取当前项目上下文，针对性考量并记录所有共识与决策。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开始变笨了，打包换个干净窗口继续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/handoff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压缩核心结论并导出 Markdown 文档，新开会话无缝交接。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聊得太杂，不换窗口帮我精简一下 AI 记忆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/compact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瞬间将记录进行脑内脱水，剔除废话，清空脑容量继续高效聊天。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无需安装任何第三方依赖库 · 纯工作流规则与路由引导 · 保护 AI 脑容量的极佳实践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02 · 改善代码库架构 (IMPROVE-CODEBASE-ARCHITECTURE)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改善代码库架构: 代码库的主治医师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329184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核心定位与痛点解决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代码库时间长了会变得乱：模块非常薄（无意义的套娃调用），有些地方极其难写测试，AI 助手开始频繁迷路。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 Skill 像雷达一样扫视项目，帮团队把代码改得整洁、深厚、易测试、对 AI 友好。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51790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2763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变浅为深，扫除代码摩擦力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02996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深入检测并合并臃肿低效的套娃代码，设计极简的公开接口、封装复杂的底层逻辑，用深度模块消灭系统开发障碍。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98094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09067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生成炫酷的可视化 HTML 体检报告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49300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自动生成美观优雅、带红绿对比图（Mermaid/SVG）的体检报告，仅存于临时目录，不弄脏 Git，极度直观。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444398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55371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同步文档与增强 AI 寻路效率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956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自动帮项目字典（CONTEXT.md）及架构决策记录（ADR）同步更新，收拢凌乱职责，显著减少 AI 迷路概率。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02 · 改善代码库架构 (IMPROVE-CODEBASE-ARCHITECTURE)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日常开发场景与命令快捷对照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大白话中文需求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命令 / 技能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实战 Demo 步骤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帮我给代码库做个整体架构体检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/improve-codebase-architecture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自动扫描项目文件，在浏览器弹出带红绿对比图的美观 HTML 体检报告。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这个重构点子很好，帮我细化并问我关键问题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/grilling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启动讨论循环，针对方案连续向你提问，理顺并细化重构轮廓，记录共识。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帮这个新模块设计两套完全不同的方案供我选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/codebase-design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同时设计两套完全不同的（极简 vs 丰富）接口方案并排呈现供你选择。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刚才讨论的新概念，帮我记入项目字典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/domain-modeling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自动修改或创建 CONTEXT.md，保证业务词汇和代码完全吻合对齐。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大家达成一致，帮我把重构决策写进 ADR 归档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/adr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 docs/adr 目录下自动生成标准的架构决策规范文件，立字为据。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包含消灭测试难点的适配器重构 · Deletion Test 无意义薄模块检测 · ADR 冲突警告机制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03 · 一键生成产品需求文档 (TO-PRD)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一键生成 PRD: 你的 AI 速记员与产品秘书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329184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核心定位与痛点解决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你和 AI 脑暴了半天，聊得口干舌燥，却懒得花时间整理需求文档？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to-prd 一键抓取当前会话所有聊天共识，直接转化为条目清晰、结构规范、带测试边界说明的专业级 PRD！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51790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2763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零整理成本，一键生成规范 PRD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02996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将所有散乱的聊天记录精炼归纳，瞬间输出标准 PRD，包含：问题描述、解决方案、用户故事、实现决策等完整结构。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98094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09067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强悍的内置测试决策意识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49300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自动向你确认测试边界（Seams）并寻找代码库中相似测试作参考，强迫新需求一开始就有测试保证，避免无法测试。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444398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55371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遵守历史 ADR，直通任务系统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956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自动读取 docs/adr，防止 PRD 违背历史架构决策。一键将 PRD 作为 Issue 发布到 GitHub/GitLab，打上标签准备开发。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03 · 一键生成产品需求文档 (TO-PRD)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日常开发场景与命令快捷对照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大白话中文需求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命令 / 技能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实战 Demo 步骤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聊得差不多了，帮我出个正式的需求文档吧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/to-prd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直接在当前脑暴窗口输入指令，AI 自动精炼聊天记录合成标准 PRD 文档并发布。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需求文档好了，帮我拆成一个个具体能干的小任务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/to-issues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紧接 PRD 生成后运行，自动拆分成独立的、描述清晰的、开发立领的 Issues。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任务拆好了，我现在要针对某个任务写代码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/implement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开干净新窗口，丢给它 PRD + 某 Issue，AI 全神贯注只写此模块，避免脑容量过载。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邮箱堆了一堆用户的 Bug 反馈，帮我整理归类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/triage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粘贴反馈内容，AI 自动整理分类并打上标签，生成可以直接领取的 Issue 列表。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 Out of Scope 定义 · 测试边界决策模块 · ADR 冲突检测 · GitHub/GitLab 直通发布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04 · 一键配置 AI 辅助环境 (SETUP-MATT-POCOCK-SKILLS)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配置环境: 你的 AI 新兵营教官与专属配置员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329184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核心定位与痛点解决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当你第一天把这套 AI 工程技能拉进项目时，AI 并不知道你在哪里追踪任务、如何流转 Bug、文档放在哪里。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 Skill 是你的环境配置向导，通过一次傻瓜式问答完美搞定所有设置。一辈子只需跑一次！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51790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2763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设置专属任务追踪器 (Issue Tracker)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02996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支持一键绑定 GitHub Issues（配 gh 工具）、GitLab（配 glab 工具）或纯本地 Local Markdown 模式，无网单机也能完美使用，任务记在 .scratch 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98094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09067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定制团队垃圾分类与任务流转标签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49300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Section B 阶段，AI 引导你将团队惯用标签进行绑定映射（如将 needs-triage 映射为 bug-pending），防止 AI 开发时乱打标签。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444398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55371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划分项目文档版图 (Domain Docs)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956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摸清项目是 Single-context 还是 Multi-context Monorepo，并在根目录配置 CONTEXT-MAP.md，供后续 AI 精准识路，不迷航。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04 · 一键配置 AI 辅助环境 (SETUP-MATT-POCOCK-SKILLS)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日常开发场景与命令快捷对照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大白话中文需求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命令 / 技能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实战 Demo 步骤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帮我给这个代码库初始化一下 AI 辅助环境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/setup-matt-pocock-skills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自动侦测并询问：你平时在哪里管理任务？按提示逐步选择，三分钟搞定全部配置。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我们团队都用 GitHub Issues，怎么绑定？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选择 GitHub 选项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调取本地 gh 命令行工具进行绑定配置，可选择是否将 PR 也整合为任务流转。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我是单机小项目，任务记在本地就行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选择 Local Markdown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任务和 Bug 自动在项目根目录 .scratch 文件夹下生成，断网下也能完美使用。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默认标签名字不好看，我要用团队自己的标签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Triage label 配置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 Section B，AI 引导你完成自定义标签映射，写入 docs/agents/ 的配置文件。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我怕你改乱文件，先让我看看要改什么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磁盘草稿检查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写盘前，AI 完整展示所有配置文件草稿供你确认，确认后一键写入，安全无虞。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Jira / Linear 等自定义追踪器配置 · 修改 docs/agents/ 下的 md 即可直接微调，无需重新运行向导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构建高效的人机协同开发流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通过4个核心技能，让 AI 助手完美融入团队开发日常，告别低效与混乱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20040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3200400" cy="914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严谨的工作流规范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从想法到代码的精细化流转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33472"/>
            <a:ext cx="2926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摒弃一句话需求直接让 AI 写代码的粗放模式。遵循脑暴-&gt;PRD-&gt;Issue 拆分-&gt;局部独立实现的科学路径，极大提升代码一次交付成功率。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1600200"/>
            <a:ext cx="320040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600200"/>
            <a:ext cx="3200400" cy="914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保护上下文（AI 智商）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金蝉脱壳与脑内脱水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2633472"/>
            <a:ext cx="2926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 /handoff 和 /compact 机制，使 AI 编程会话始终保持干净和高智商状态。彻底解决聊太长 AI 开始胡言乱语、越改越错的行业通病。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1600200"/>
            <a:ext cx="320040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600200"/>
            <a:ext cx="3200400" cy="914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架构级日常保养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代码与设计文档的双向同步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2633472"/>
            <a:ext cx="2926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不仅做局部 Bug 修复，更通过架构体检和 ADR 机制将代码库不断重构优化。项目字典 CONTEXT.md 自动同步，实现代码即文档。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4572000" cy="457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186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9502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开启你的智能人机协同高效开发之旅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0" y="4754880"/>
            <a:ext cx="1645920" cy="1645920"/>
          </a:xfrm>
          <a:prstGeom prst="ellipse">
            <a:avLst/>
          </a:prstGeom>
          <a:solidFill>
            <a:srgbClr val="C5CAE9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0" y="6355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Tabbit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工程技能套件介绍</dc:title>
  <dc:subject/>
  <dc:creator>Tabbit</dc:creator>
  <cp:lastModifiedBy>Tabbit</cp:lastModifiedBy>
  <cp:revision>1</cp:revision>
  <dcterms:created xsi:type="dcterms:W3CDTF">2026-06-29T03:38:24Z</dcterms:created>
  <dcterms:modified xsi:type="dcterms:W3CDTF">2026-06-29T03:38:24Z</dcterms:modified>
</cp:coreProperties>
</file>