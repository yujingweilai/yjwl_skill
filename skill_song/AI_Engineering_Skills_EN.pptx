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12027103" cy="54864"/>
          </a:xfrm>
          <a:prstGeom prst="rect">
            <a:avLst/>
          </a:prstGeom>
          <a:solidFill>
            <a:srgbClr val="E8E8F4"/>
          </a:solidFill>
          <a:ln w="12700">
            <a:solidFill>
              <a:srgbClr val="E8E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 Skills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5943600" cy="4572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Introduction &amp; Practical Guide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Core Skills  ·  Full Feature Spec  ·  Practical Demo Runs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875520" y="4389120"/>
            <a:ext cx="2286000" cy="2286000"/>
          </a:xfrm>
          <a:prstGeom prst="ellipse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4846320"/>
            <a:ext cx="1371600" cy="1371600"/>
          </a:xfrm>
          <a:prstGeom prst="ellipse">
            <a:avLst/>
          </a:prstGeom>
          <a:solidFill>
            <a:srgbClr val="C5CAE9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0" y="63550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 Skills Directory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32688"/>
            <a:ext cx="10698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closed-loop pipeline: initialization, brainstorm, specification, architecture QA, to coding implementation.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5212080" cy="196596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7373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Matt (ask-matt)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404872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programming navigator &amp; lobby manager — guides every lifecycle stage and keeps AI context lean and sharp.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5212080" cy="196596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5352" y="173736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45352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Codebase Architecture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45352" y="2404872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specialist physician scanning codebase friction, generating elegant HTML reports, folding shallow files into deep modules.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5212080" cy="196596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9319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4206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to PRD (to-prd)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6112" y="4599432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stenographer converting free-form chat into standard PRD specs with built-in test-seam checks, wired straight to Issues.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3794760"/>
            <a:ext cx="5212080" cy="196596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39319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45352" y="4206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Setup (setup-matt-pocock-skills)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45352" y="4599432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one-time AI configurator — guided setup of issue tracker, triage labels, and docs layout map. Run once, use forever.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01 · ASK MATT (ASK-MATT)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Matt: Your AI Programming Navigator &amp; Lobby Manager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17904"/>
            <a:ext cx="3291840" cy="4297680"/>
          </a:xfrm>
          <a:prstGeom prst="rect">
            <a:avLst/>
          </a:prstGeom>
          <a:solidFill>
            <a:srgbClr val="F5F5FB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6420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Role &amp; Pain Points Solved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39696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Struggle to remember all the AI coding commands?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your AI getting dumber the longer the chat goes?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Matt clarifies your current situation and routes you to the exact right next step — enabling precise, role-separated AI workflow management.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51790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62763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Zero Command Memorization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3400" y="202996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Stuck? Just ask in plain English 'What should I do next?' — Ask Matt intelligently routes you to the best fitting command. Zero memory cost, zero friction.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298094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309067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Protect AI Context Sanity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3400" y="349300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long chats confuse the AI, /handoff exports core state and opens a clean window. Pair with /compact to detox AI memory. Always peak performance.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60520" y="444398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455371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Clear Division of Labour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43400" y="495604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Promotes a rigorous loop: brainstorm -&gt; write PRD -&gt; split Issues -&gt; implement independently. Prevents the classic skip-design-and-code-directly mess.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01 · ASK MATT (ASK-MATT)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Scenarios &amp; Command Quick-Reference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442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48840"/>
                <a:gridCol w="5303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Plain-English Request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 / Skill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Walk-through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have a new project idea, no repo yet — help me stress-test 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/grill-me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acts as investor firing rapid questions to sharpen logic and record brainstorm consensus.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Help me think through a new feature idea in this codebase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/grill-with-docs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reads project context, asks targeted questions, records all decisions and consensus.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is getting slow/dumb — package state and start a fresh window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/handoff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compresses core conclusions to Markdown and opens a clean session for seamless handoff.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 much chat clutter — compress AI memory without switching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/compact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Instantly detoxes AI memory — strips fluff, preserves conclusions, clears context bloat.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3093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third-party dependencies · Pure workflow routing rules · Best practice for protecting AI context sanity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02 · IMPROVE CODEBASE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Codebase Architecture: The Codebase Specialist Physician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17904"/>
            <a:ext cx="3291840" cy="4297680"/>
          </a:xfrm>
          <a:prstGeom prst="rect">
            <a:avLst/>
          </a:prstGeom>
          <a:solidFill>
            <a:srgbClr val="F5F5FB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6420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Role &amp; Pain Points Solved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39696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codebases age, modules become thin (pointless wrapper chains), areas become impossible to test, and AI assistants start getting lost.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Skill scans your project like a radar — helping your team make code cleaner, deeper, test-friendly, and AI-navigable.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51790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62763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Deepen Shallow Code, Eliminate Friction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3400" y="202996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and merges bloated wrapper chains. Designs minimal public interfaces, encapsulates complexity, rebuilds deep modules that remove development friction.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298094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309067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Generate Stunning Visual HTML Health Reports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3400" y="349300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Auto-generates elegant before/after reports with Mermaid/SVG diff charts. Stored in temp dir — never pollutes Git. Extremely intuitive and actionable.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60520" y="444398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455371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Sync Docs &amp; Boost AI Navigation Speed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43400" y="495604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updates the project dictionary (CONTEXT.md) and Architecture Decision Records (ADR), significantly reducing AI navigation errors.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02 · IMPROVE CODEBASE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Scenarios &amp; Command Quick-Reference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442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48840"/>
                <a:gridCol w="5303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Plain-English Request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 / Skill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Walk-through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a full architecture health check on this codebase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/improve-codebase-architecture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Scans all project files, opens a beautiful HTML report with Mermaid before/after diff charts in the browser.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Love this refactor idea — help me detail it with key questions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/grilling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Starts a discussion loop, firing targeted questions to sharpen and record the refactor blueprint.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two completely different plans for this module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/codebase-design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Generates two radically different interface designs (minimal vs. rich) side-by-side for your selection.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concept from our discussion — add it to the project dict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/domain-modeling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Auto-updates or creates CONTEXT.md to fully align business vocabulary with the actual codebase.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agreed — write the architecture decision into an ADR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/adr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Auto-generates a standard ADR file in docs/adr as an authoritative team reference record.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3093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adapter-pattern refactors for untestable seams · Deletion Test for thin modules · ADR conflict detection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03 · TURN CHAT INTO PRD (TO-PRD)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Chat to PRD: Your AI Stenographer &amp; Product Secretary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17904"/>
            <a:ext cx="3291840" cy="4297680"/>
          </a:xfrm>
          <a:prstGeom prst="rect">
            <a:avLst/>
          </a:prstGeom>
          <a:solidFill>
            <a:srgbClr val="F5F5FB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6420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Role &amp; Pain Points Solved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39696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hours brainstorming with AI, but too exhausted to write the spec doc?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to-prd grabs all consensus from your current session and instantly converts it into a clean, structured, professional PRD with test boundary annotations.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51790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62763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Zero Organization Cost — Instant Pro PRD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3400" y="202996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Distills scattered brainstorm chat into a standard PRD: problem statement, solution, user stories, implementation decisions, and out-of-scope items.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298094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309067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Built-in Test Boundary Awareness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3400" y="349300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asks you to confirm test seams and finds similar existing tests as reference — forcing new features to start testable from day one.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60520" y="444398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455371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Respects Past ADRs, Wired to Issue Tracker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43400" y="495604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Auto-reads docs/adr to prevent PRD from violating past architectural decisions. One-click publishes the PRD as a labelled Issue on GitHub/GitLab.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03 · TURN CHAT INTO PRD (TO-PRD)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Scenarios &amp; Command Quick-Reference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442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48840"/>
                <a:gridCol w="5303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Plain-English Request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 / Skill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Walk-through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We've talked enough — generate a proper requirements doc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/to-prd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the command in your brainstorm window — AI condenses the chat and writes a full standard PRD, then publishes it.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 is done — break it into actionable sub-tasks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/to-issues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immediately after PRD creation. Auto-splits into individual, clearly described Issues ready to be picked up.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Tasks are split — I'm ready to code one specific task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/implement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a fresh window, hand it the PRD + one Issue. AI focuses purely on that module, keeping context clean and sharp.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Inbox is full of user bug reports — help me triage them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/triage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Paste feedback content — AI auto-categorizes, labels, and converts everything into ready-to-assign Issues.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3093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Out-of-Scope section · Test seam decision module · ADR conflict guard · GitHub/GitLab direct publish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04 · SETUP AI DEV ENVIRONMENT (SETUP-MATT-POCOCK-SKILLS)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Environment: Your AI Drill Sergeant &amp; Personal Configurator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17904"/>
            <a:ext cx="3291840" cy="4297680"/>
          </a:xfrm>
          <a:prstGeom prst="rect">
            <a:avLst/>
          </a:prstGeom>
          <a:solidFill>
            <a:srgbClr val="F5F5FB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6420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Role &amp; Pain Points Solved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39696"/>
            <a:ext cx="2926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day one of adopting these AI skills, the AI has no idea where you track tasks, how Bugs flow, or where docs live.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Skill is your setup wizard — one guided Q&amp;A session configures everything perfectly. Run once, use forever.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151790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62763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Configure Your Issue Tracker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3400" y="202996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binding to GitHub Issues (with gh CLI), GitLab (with glab CLI), or pure Local Markdown mode (works offline — tasks stored under .scratch). Any setup, perfectly configured.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298094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309067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Customise Team Triage Labels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3400" y="349300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Section B, AI walks you through mapping your team's custom labels (e.g. map needs-triage to bug-pending) to prevent the AI from applying wrong labels during development.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60520" y="4443984"/>
            <a:ext cx="7315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455371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Map Your Project Docs Layout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43400" y="4956048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whether your project is Single-context or a Multi-context Monorepo, then configures CONTEXT-MAP.md at root so AI always navigates to the right context file.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04 · SETUP AI DEV ENVIRONMENT (SETUP-MATT-POCOCK-SKILLS)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Scenarios &amp; Command Quick-Reference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16736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7442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48840"/>
                <a:gridCol w="5303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Plain-English Request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Command / Skill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C1C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Walk-through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up the AI dev environment for this codebase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/setup-matt-pocock-skills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Auto-detects and asks: Where do you track tasks? Follow the guided prompts — full config done in 3 minutes.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team uses GitHub Issues — how do I connect it?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 GitHub option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Hooks into your local gh CLI for binding. Option to include PRs in the task flow pipeline as well.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project, offline — I just need local task tracking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 Local Markdown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Tasks and Bugs are auto-created in a .scratch folder at the project root. Works perfectly offline.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want to use our team's custom label names instead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Triage label config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Section B, AI guides you through custom label mapping and writes the config to docs/agents/ files.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me what files will change before writing anything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C6B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Disk draft review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any writes, AI presents the full config file drafts for review. Write to disk only after confirmation.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63093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Jira / Linear custom tracker config · Edit docs/agents/ md files directly to tweak — no need to re-run the wizard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474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Efficient Human-AI Development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32688"/>
            <a:ext cx="10698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4 core skills, seamlessly integrate AI into daily teamwork — goodbye chaos, hello precision.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744200" cy="22860"/>
          </a:xfrm>
          <a:prstGeom prst="rect">
            <a:avLst/>
          </a:prstGeom>
          <a:solidFill>
            <a:srgbClr val="E0E0EE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3200400" cy="4297680"/>
          </a:xfrm>
          <a:prstGeom prst="rect">
            <a:avLst/>
          </a:prstGeom>
          <a:solidFill>
            <a:srgbClr val="F5F5FB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3200400" cy="9144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Rigorous Workflow Standards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084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Code — the Disciplined Path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633472"/>
            <a:ext cx="29260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Ditch the one-liner-to-AI anti-pattern. Follow the science: brainstorm -&gt; PRD -&gt; split Issues -&gt; implement in isolation. Dramatically higher first-delivery success.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60520" y="1600200"/>
            <a:ext cx="3200400" cy="4297680"/>
          </a:xfrm>
          <a:prstGeom prst="rect">
            <a:avLst/>
          </a:prstGeom>
          <a:solidFill>
            <a:srgbClr val="F5F5FB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600200"/>
            <a:ext cx="3200400" cy="9144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7373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Protect Context (AI IQ)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2084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Handoff &amp; Memory Detox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7680" y="2633472"/>
            <a:ext cx="29260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/handoff and /compact to keep every AI session clean and sharp. Permanently cure the industry-wide disease of long chat leading to confused, worsening AI output.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89520" y="1600200"/>
            <a:ext cx="3200400" cy="4297680"/>
          </a:xfrm>
          <a:prstGeom prst="rect">
            <a:avLst/>
          </a:prstGeom>
          <a:solidFill>
            <a:srgbClr val="F5F5FB"/>
          </a:solidFill>
          <a:ln w="12700">
            <a:solidFill>
              <a:srgbClr val="E0E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1600200"/>
            <a:ext cx="3200400" cy="9144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17373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986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Architecture-Level Daily Hygiene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26680" y="2084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&amp; Design Doc Bidirectional Sync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26680" y="2633472"/>
            <a:ext cx="29260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bug-fixing — use architecture health checks and ADRs to continuously refactor and improve the codebase. CONTEXT.md auto-syncs, achieving code-as-docs.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247120" y="63093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1C1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914400" y="3108960"/>
            <a:ext cx="4572000" cy="4572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1868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9502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your AI-assisted high-efficiency development journey today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0" y="4754880"/>
            <a:ext cx="1645920" cy="1645920"/>
          </a:xfrm>
          <a:prstGeom prst="ellipse">
            <a:avLst/>
          </a:prstGeom>
          <a:solidFill>
            <a:srgbClr val="C5CAE9"/>
          </a:solidFill>
          <a:ln w="12700">
            <a:solidFill>
              <a:srgbClr val="C5CA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0" y="63550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Tabbit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工程技能套件介绍</dc:title>
  <dc:subject/>
  <dc:creator>Tabbit</dc:creator>
  <cp:lastModifiedBy>Tabbit</cp:lastModifiedBy>
  <cp:revision>1</cp:revision>
  <dcterms:created xsi:type="dcterms:W3CDTF">2026-06-29T03:38:24Z</dcterms:created>
  <dcterms:modified xsi:type="dcterms:W3CDTF">2026-06-29T03:38:24Z</dcterms:modified>
</cp:coreProperties>
</file>